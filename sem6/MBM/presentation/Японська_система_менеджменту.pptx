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9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991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Японська система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менеджменту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223760" y="-1097280"/>
            <a:ext cx="3474720" cy="3474720"/>
          </a:xfrm>
          <a:prstGeom prst="ellipse">
            <a:avLst/>
          </a:prstGeom>
          <a:solidFill>
            <a:srgbClr val="C9A84C">
              <a:alpha val="20000"/>
            </a:srgbClr>
          </a:solidFill>
          <a:ln w="254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3017520"/>
            <a:ext cx="2011680" cy="201168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6606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«Головне багатство країни — це люди»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японський менеджмент?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26060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5087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33172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Світовий лідер у промисловості та автомобілебудуванні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0" y="1188720"/>
            <a:ext cx="26060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50876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33172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Обмежені ресурси — ставка на людський потенціал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18872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035040" y="1188720"/>
            <a:ext cx="260604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0876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33172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Унікальна модель управління, що вплинула на весь світ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A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Особливості сформовані під впливом традицій, синтоїзму, буддизму та повоєнної відбудови.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2801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Колективна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культура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основа управління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38328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0" y="457200"/>
            <a:ext cx="521208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0" y="457200"/>
            <a:ext cx="9144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548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Належність до групи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868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Родина, навчальний заклад, компанія — головні осередки ідентичності японця.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874520"/>
            <a:ext cx="521208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874520"/>
            <a:ext cx="9144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«Гирі» — борг честі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886200" y="2286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виконує роль відповідно до свого місця в колективі. Людину оцінюють за внеском у спільну справу.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0" y="3291840"/>
            <a:ext cx="5212080" cy="1188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0" y="3291840"/>
            <a:ext cx="9144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3383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 довіри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8620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Всередині групи панує взаємодопомога. Поза нею — стриманість та замкненість.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особливості системи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32" y="11704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Довічний найм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9768" y="166420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Стабільність та соціальні гарантії в обмін на лояльність та відданість компанії.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18872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22192" y="11704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Просування за стажем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10128" y="166420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Кар'єра залежить від віку та досвіду, і лише потім — від особистих досягнень.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80760" y="10058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887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02552" y="11704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Колективні рішення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90488" y="166420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Важливі рішення ухвалюються після обговорення з колективом — це підвищує відповідальність.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20040" y="29718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546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41832" y="3136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Безперервне навчання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29768" y="36301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Постійний розвиток — від працівника до керівника. Людина є активним учасником, а не виконавцем.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00400" y="29718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1546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22192" y="31363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Адаптація світового досвіду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310128" y="363016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Японія взяла американські методи менеджменту й адаптувала їх до власної культури.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Toyota — еталон японського менеджменту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24346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Toyota Production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Виробнича система Toyota стала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зразком для компаній по всьому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світу і заклала основи сучасної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логістики та управління якістю.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компанії повоєнної відбудови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один з найбільших автовиробників світу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51560"/>
            <a:ext cx="4206240" cy="1645920"/>
          </a:xfrm>
          <a:prstGeom prst="rect">
            <a:avLst/>
          </a:prstGeom>
          <a:solidFill>
            <a:srgbClr val="243460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05156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61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КАНБАН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«Точно вчасно»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Деталі надходять на конвеєр рівно тоді, коли потрібні — без зайвих запасів і простоїв.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880360"/>
            <a:ext cx="4206240" cy="1645920"/>
          </a:xfrm>
          <a:prstGeom prst="rect">
            <a:avLst/>
          </a:prstGeom>
          <a:solidFill>
            <a:srgbClr val="243460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880360"/>
            <a:ext cx="109728" cy="1645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КАЙДЗЕН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Безперервне вдосконалення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— від робітника до керівника — щодня шукає спосіб зробити роботу краще. Будь-хто може зупинити лінію при проблемі.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Мотивація працівників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3840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Матеріальна мотивація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витрат на персонал — зарплата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Щорічні премії та бонуси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Медичне страхування, оплата проїзду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розрив між зарплатами керівників і працівників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Значні виплати при звільненні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960120"/>
            <a:ext cx="4069080" cy="384048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97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Нематеріальна мотивація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довічного найму — стабільність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Кар'єра за стажем та кваліфікацією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Корпоративні заходи та відпочинок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Залучення до цілей та цінностей компанії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Умови для самореалізації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Методи японського менеджменту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відміну від Заходу, акцент — не на прибутку, а на продуктивності та ефективності колективу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4114800" cy="384048"/>
          </a:xfrm>
          <a:prstGeom prst="rect">
            <a:avLst/>
          </a:prstGeom>
          <a:solidFill>
            <a:srgbClr val="2C4A8C"/>
          </a:solidFill>
          <a:ln w="12700">
            <a:solidFill>
              <a:srgbClr val="2C4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62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Соціально-психологічні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Гарантія зайнятості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старшинства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Соціальне забезпечення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Формування команд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25880"/>
            <a:ext cx="4114800" cy="384048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624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Канбан — «точно вчасно»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Безперервне виробництво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Раціональне розміщення обладнання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54680"/>
            <a:ext cx="4114800" cy="384048"/>
          </a:xfrm>
          <a:prstGeom prst="rect">
            <a:avLst/>
          </a:prstGeom>
          <a:solidFill>
            <a:srgbClr val="7A4E1A"/>
          </a:solidFill>
          <a:ln w="12700">
            <a:solidFill>
              <a:srgbClr val="7A4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91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Економічні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Стратегічне планування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Матеріальне стимулювання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Бюджети розвитку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1148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54680"/>
            <a:ext cx="4114800" cy="384048"/>
          </a:xfrm>
          <a:prstGeom prst="rect">
            <a:avLst/>
          </a:prstGeom>
          <a:solidFill>
            <a:srgbClr val="5A1A4E"/>
          </a:solidFill>
          <a:ln w="12700">
            <a:solidFill>
              <a:srgbClr val="5A1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91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Адміністративні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404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 роботи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Ротація кадрів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Поділ на малі групи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Конкуренція між групами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Японський vs Американський менеджмент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982839"/>
              </p:ext>
            </p:extLst>
          </p:nvPr>
        </p:nvGraphicFramePr>
        <p:xfrm>
          <a:off x="365760" y="960120"/>
          <a:ext cx="8412480" cy="3520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Японський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Американський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Зайнятість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Довічний / довгостроковий найм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Короткострокові контракти, висока плинність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Рішення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Колективне, після обговорення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Індивідуальне, керівник вирішує сам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Кар'єра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стажем і лояльністю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особистими результатами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Головна мета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Продуктивність і згуртованість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Максимізація прибутку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Помилки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Аналіз і вдосконалення (кайдзен)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Відповідальність конкретної особи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Спеціалізація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Широкий профіль, ротація кадрів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Вузька спеціалізація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Висновок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Японський менеджмент — унікальна модель, що поєднує повагу до людини, колективні цінності та практичну ефективність.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на людський потенціал, а не на ресурси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Колективна культура та відповідальність як рушійна сила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довела: кайдзен і канбан — це конкурентна перевага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Японська модель вплинула на менеджмент в усьому світі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516</Words>
  <Application>Microsoft Office PowerPoint</Application>
  <PresentationFormat>On-screen Show (16:9)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Японська система менеджменту</dc:title>
  <dc:subject>PptxGenJS Presentation</dc:subject>
  <dc:creator>PptxGenJS</dc:creator>
  <cp:lastModifiedBy>Nazar Teslenko</cp:lastModifiedBy>
  <cp:revision>3</cp:revision>
  <dcterms:created xsi:type="dcterms:W3CDTF">2026-05-17T14:11:02Z</dcterms:created>
  <dcterms:modified xsi:type="dcterms:W3CDTF">2026-05-18T05:37:49Z</dcterms:modified>
</cp:coreProperties>
</file>