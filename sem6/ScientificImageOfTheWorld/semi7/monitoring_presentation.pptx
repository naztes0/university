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0355C">
              <a:alpha val="60000"/>
            </a:srgbClr>
          </a:solidFill>
          <a:ln w="12700">
            <a:solidFill>
              <a:srgbClr val="1035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1B5E8A">
              <a:alpha val="40000"/>
            </a:srgbClr>
          </a:solidFill>
          <a:ln w="12700">
            <a:solidFill>
              <a:srgbClr val="1B5E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73152" cy="1463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Технології моніторингу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природних катастроф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реагування до превентивного глобального нагляду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2560320" cy="411480"/>
          </a:xfrm>
          <a:prstGeom prst="roundRect">
            <a:avLst>
              <a:gd name="adj" fmla="val 22222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Багаторівнева система захисту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Рівні системи моніторингу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965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1965960" cy="109728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Космічний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1234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Супутники SAR та оптичні сенсори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1965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05840"/>
            <a:ext cx="19659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14600" y="1920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Сейсмічний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80360" y="2514600"/>
            <a:ext cx="1234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26060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Мережі сейсмографів та DART-буї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1965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05840"/>
            <a:ext cx="196596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63440" y="1920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Атмосферний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29200" y="2514600"/>
            <a:ext cx="1234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6060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Доплерівські метеорадари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1005840"/>
            <a:ext cx="1965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1005840"/>
            <a:ext cx="1965960" cy="1097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1887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812280" y="1920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Аналітичний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178040" y="2514600"/>
            <a:ext cx="1234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26060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ШІ, великі дані, суперкомп'ютери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Всі рівні інтегровані в єдину систему раннього попередження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0355C"/>
          </a:solidFill>
          <a:ln w="12700">
            <a:solidFill>
              <a:srgbClr val="1035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" y="21031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Супутники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37160" y="3246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Синтезована апертура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радіолокатора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82880" y="3977640"/>
            <a:ext cx="3108960" cy="502920"/>
          </a:xfrm>
          <a:prstGeom prst="rect">
            <a:avLst/>
          </a:prstGeom>
          <a:solidFill>
            <a:srgbClr val="1B5E8A">
              <a:alpha val="60000"/>
            </a:srgbClr>
          </a:solidFill>
          <a:ln w="12700">
            <a:solidFill>
              <a:srgbClr val="1B5E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3977640"/>
            <a:ext cx="3108960" cy="502920"/>
          </a:xfrm>
          <a:prstGeom prst="rect">
            <a:avLst/>
          </a:prstGeom>
          <a:solidFill>
            <a:srgbClr val="1B5E8A">
              <a:alpha val="60000"/>
            </a:srgbClr>
          </a:solidFill>
          <a:ln w="12700">
            <a:solidFill>
              <a:srgbClr val="1B5E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4114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Точність: міліметри  ·  Режим: 24/7  ·  Умови: будь-які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749040" y="274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працюють SAR-супутники?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749040" y="960120"/>
            <a:ext cx="73152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31920" y="9784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роботи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931920" y="13441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Випромінюють мікрохвильові імпульси, які проходять крізь хмари та дим — незалежно від погоди та освітлення.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749040" y="2240280"/>
            <a:ext cx="73152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0" y="22585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Фазовий зсув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931920" y="26243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Аналізують відбитий сигнал при повторних прольотах над тією самою ділянкою для виявлення мікроскопічних рухів.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749040" y="3520440"/>
            <a:ext cx="73152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931920" y="3538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Застосування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931920" y="39044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Фіксують «надування» вулканів перед виверженням, зсуви ґрунту та тектонічні деформації.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Сейсміка та океанічне попередження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4023360" cy="9144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Глобальна мережа сейсмографів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74320" cy="274320"/>
          </a:xfrm>
          <a:prstGeom prst="ellipse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P-хвилі (первинні)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Поширюються швидше — надходять першими і слугують сигналом тривоги.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651760"/>
            <a:ext cx="274320" cy="274320"/>
          </a:xfrm>
          <a:prstGeom prst="ellipse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S-хвилі (вторинні)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26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Руйнівні хвилі приходять пізніше, дозволяючи встигнути попередити.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611880"/>
            <a:ext cx="274320" cy="274320"/>
          </a:xfrm>
          <a:prstGeom prst="ellipse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Автоматична реакція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886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фіксує P-хвилю і за секунди передає сигнал евакуації.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023360" cy="3749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914400"/>
            <a:ext cx="402336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051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DART — цунамі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92040" y="1719072"/>
            <a:ext cx="25603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71907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39512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 на дні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39512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Фіксує мікроскопічні зміни гідростатичного тиску.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468880"/>
            <a:ext cx="25603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4688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39512" y="2395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Поверхневий буй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39512" y="2670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Отримує дані від донного датчика та передає далі.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218688"/>
            <a:ext cx="25603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2186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9512" y="31455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Супутниковий зв'язок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39512" y="34198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миттєво надходять у центри попередження.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3968496"/>
            <a:ext cx="25603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96849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39512" y="38953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Прогнозування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39512" y="41696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Визначає час та силу хвилі цунамі до узбережжя.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Атмосферний моніторинг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solidFill>
            <a:srgbClr val="10355C"/>
          </a:solidFill>
          <a:ln w="12700">
            <a:solidFill>
              <a:srgbClr val="1035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Доплерівський метеорадар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Посилає радіохвилі в небо і ловить відбитий сигнал від крапель дощу, снігу та потоків повітря. Завдяки ефекту Доплера (зміна частоти хвиль через рух) визначає не лише наявність опадів, а й швидкість і напрям їхнього руху всередині штормових систем.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560320"/>
            <a:ext cx="2697480" cy="7315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697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Урагани та тайфуни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Траєкторія та сила шторму розраховується за кілька діб до удару по узбережжю.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27832" y="256032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2560320"/>
            <a:ext cx="2697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2697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Торнадо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64992" y="32461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Обертальний рух повітря виявляється в реальному часі за характерним доплерівським підписом.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9904" y="2560320"/>
            <a:ext cx="2697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2560320"/>
            <a:ext cx="26974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2697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Екстремальні зливи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27064" y="324612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Суперкомп'ютерні гідродинамічні моделі прогнозують зони затоплення завчасно.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Інтеграція даних та ШІ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Сила сучасного моніторингу — в об'єднанні різнорідних потоків даних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65960" cy="822960"/>
          </a:xfrm>
          <a:prstGeom prst="roundRect">
            <a:avLst>
              <a:gd name="adj" fmla="val 11111"/>
            </a:avLst>
          </a:prstGeom>
          <a:solidFill>
            <a:srgbClr val="1B5E8A">
              <a:alpha val="80000"/>
            </a:srgbClr>
          </a:solidFill>
          <a:ln w="12700">
            <a:solidFill>
              <a:srgbClr val="1B5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Супутники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+ оптика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31720" y="1188720"/>
            <a:ext cx="1965960" cy="822960"/>
          </a:xfrm>
          <a:prstGeom prst="roundRect">
            <a:avLst>
              <a:gd name="adj" fmla="val 11111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1887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Сейсмографи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DART-буї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188720"/>
            <a:ext cx="1965960" cy="822960"/>
          </a:xfrm>
          <a:prstGeom prst="roundRect">
            <a:avLst>
              <a:gd name="adj" fmla="val 11111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1887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Доплерівські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радари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1188720"/>
            <a:ext cx="1965960" cy="822960"/>
          </a:xfrm>
          <a:prstGeom prst="roundRect">
            <a:avLst>
              <a:gd name="adj" fmla="val 11111"/>
            </a:avLst>
          </a:prstGeom>
          <a:solidFill>
            <a:srgbClr val="6D28D9">
              <a:alpha val="80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1887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Наземні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станції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54864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1600" y="2743200"/>
            <a:ext cx="6400800" cy="1097280"/>
          </a:xfrm>
          <a:prstGeom prst="rect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Суперкомп'ютери + Алгоритми аналізу великих даних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Терабайти розрізненої інформації обробляються в режимі реального часу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0" y="4069080"/>
            <a:ext cx="4572000" cy="731520"/>
          </a:xfrm>
          <a:prstGeom prst="roundRect">
            <a:avLst>
              <a:gd name="adj" fmla="val 1875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4069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Виграш часу — головна мета всієї системи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35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4572000" cy="4572000"/>
          </a:xfrm>
          <a:prstGeom prst="ellipse">
            <a:avLst/>
          </a:prstGeom>
          <a:solidFill>
            <a:srgbClr val="1B5E8A">
              <a:alpha val="30000"/>
            </a:srgbClr>
          </a:solidFill>
          <a:ln w="12700">
            <a:solidFill>
              <a:srgbClr val="1B5E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Висновок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Сучасний моніторинг природних катастроф — це не окремі прилади, а єдина інтегрована екосистема від космосу до океанічного дна.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4864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SAR-супутники дозволяють «бачити» деформації землі крізь будь-яку погоду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4864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432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Сейсмографи та DART-буї перехоплюють сигнал загрози за секунди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54864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290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Доплерівські радари прогнозують штормові маршрути за кілька діб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54864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ШІ та великі дані об'єднують всі потоки в єдину картину ризику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4572000"/>
            <a:ext cx="6400800" cy="365760"/>
          </a:xfrm>
          <a:prstGeom prst="roundRect">
            <a:avLst>
              <a:gd name="adj" fmla="val 25000"/>
            </a:avLst>
          </a:prstGeom>
          <a:solidFill>
            <a:srgbClr val="0B1F3A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секунда раннього попередження рятує людські життя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Технології моніторингу природних катастроф</dc:title>
  <dc:subject>PptxGenJS Presentation</dc:subject>
  <dc:creator>PptxGenJS</dc:creator>
  <cp:lastModifiedBy>PptxGenJS</cp:lastModifiedBy>
  <cp:revision>1</cp:revision>
  <dcterms:created xsi:type="dcterms:W3CDTF">2026-04-20T20:48:50Z</dcterms:created>
  <dcterms:modified xsi:type="dcterms:W3CDTF">2026-04-20T20:48:50Z</dcterms:modified>
</cp:coreProperties>
</file>